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EB Garamon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-bold.fntdata"/><Relationship Id="rId25" Type="http://schemas.openxmlformats.org/officeDocument/2006/relationships/font" Target="fonts/EBGaramond-regular.fntdata"/><Relationship Id="rId28" Type="http://schemas.openxmlformats.org/officeDocument/2006/relationships/font" Target="fonts/EBGaramond-boldItalic.fntdata"/><Relationship Id="rId27" Type="http://schemas.openxmlformats.org/officeDocument/2006/relationships/font" Target="fonts/EBGaramon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9c8ae3e8f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9c8ae3e8f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9c8ae3e8f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9c8ae3e8f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9c8ae3e8f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9c8ae3e8f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9c8ae3e8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9c8ae3e8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9c8ae3e8f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9c8ae3e8f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9c8ae3e8f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9c8ae3e8f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9c8ae3e8f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9c8ae3e8f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9c8ae3e8f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9c8ae3e8f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9c8ae3e8f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9c8ae3e8f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9c8ae3e8f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9c8ae3e8f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416c787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416c787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416c7879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416c7879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416c7879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416c7879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416c7879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416c7879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416c7879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416c7879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416c7879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416c7879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416c7879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416c7879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416c7879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416c7879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37600" y="1073525"/>
            <a:ext cx="71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27325" y="354375"/>
            <a:ext cx="8113800" cy="4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Installation of VS Code:-</a:t>
            </a:r>
            <a:endParaRPr b="1" sz="2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     </a:t>
            </a:r>
            <a:r>
              <a:rPr b="1" lang="en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1]Download VS code for windows.</a:t>
            </a:r>
            <a:endParaRPr b="1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6" name="Google Shape;56;p13" title="VSCODE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838" y="1328875"/>
            <a:ext cx="6344776" cy="368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489">
                <a:latin typeface="EB Garamond"/>
                <a:ea typeface="EB Garamond"/>
                <a:cs typeface="EB Garamond"/>
                <a:sym typeface="EB Garamond"/>
              </a:rPr>
              <a:t>2]Download and Installation</a:t>
            </a:r>
            <a:endParaRPr b="1" sz="1489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62" name="Google Shape;62;p14" title="VSCODE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125" y="1017725"/>
            <a:ext cx="6139099" cy="408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VSCODE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013" y="180975"/>
            <a:ext cx="5895975" cy="47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217900" y="41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489">
                <a:latin typeface="EB Garamond"/>
                <a:ea typeface="EB Garamond"/>
                <a:cs typeface="EB Garamond"/>
                <a:sym typeface="EB Garamond"/>
              </a:rPr>
              <a:t>3] Open the folder:-</a:t>
            </a:r>
            <a:endParaRPr b="1" sz="1489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73" name="Google Shape;73;p16" title="VSCODE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125" y="904823"/>
            <a:ext cx="7731752" cy="411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489">
                <a:latin typeface="EB Garamond"/>
                <a:ea typeface="EB Garamond"/>
                <a:cs typeface="EB Garamond"/>
                <a:sym typeface="EB Garamond"/>
              </a:rPr>
              <a:t>4]Select Folder</a:t>
            </a:r>
            <a:endParaRPr b="1" sz="1489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79" name="Google Shape;79;p17" title="VSCODE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175" y="1017725"/>
            <a:ext cx="717554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489">
                <a:latin typeface="EB Garamond"/>
                <a:ea typeface="EB Garamond"/>
                <a:cs typeface="EB Garamond"/>
                <a:sym typeface="EB Garamond"/>
              </a:rPr>
              <a:t>5]Select File</a:t>
            </a:r>
            <a:endParaRPr b="1" sz="1489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85" name="Google Shape;85;p18" title="VSCODE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750" y="693600"/>
            <a:ext cx="3818499" cy="444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89">
                <a:latin typeface="EB Garamond"/>
                <a:ea typeface="EB Garamond"/>
                <a:cs typeface="EB Garamond"/>
                <a:sym typeface="EB Garamond"/>
              </a:rPr>
              <a:t>Installation of GITHUB:-</a:t>
            </a:r>
            <a:endParaRPr b="1" sz="2889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latin typeface="EB Garamond"/>
                <a:ea typeface="EB Garamond"/>
                <a:cs typeface="EB Garamond"/>
                <a:sym typeface="EB Garamond"/>
              </a:rPr>
              <a:t>1]Download GITHUB for Windows:-</a:t>
            </a:r>
            <a:endParaRPr b="1"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92" name="Google Shape;92;p19" title="GITHUB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075" y="1541950"/>
            <a:ext cx="647660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489">
                <a:latin typeface="EB Garamond"/>
                <a:ea typeface="EB Garamond"/>
                <a:cs typeface="EB Garamond"/>
                <a:sym typeface="EB Garamond"/>
              </a:rPr>
              <a:t>2]Download and Install GITHUB:-</a:t>
            </a:r>
            <a:endParaRPr b="1" sz="1489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20" title="GITHUB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86146"/>
            <a:ext cx="8520600" cy="3749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GITHUB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5775" y="471150"/>
            <a:ext cx="4609800" cy="46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92550" y="0"/>
            <a:ext cx="835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4]Create a Account</a:t>
            </a:r>
            <a:endParaRPr b="1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6" name="Google Shape;106;p21"/>
          <p:cNvSpPr/>
          <p:nvPr/>
        </p:nvSpPr>
        <p:spPr>
          <a:xfrm>
            <a:off x="3225750" y="3402950"/>
            <a:ext cx="1063200" cy="140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GITHUB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40300"/>
            <a:ext cx="8839198" cy="415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/>
        </p:nvSpPr>
        <p:spPr>
          <a:xfrm>
            <a:off x="333525" y="260550"/>
            <a:ext cx="8567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5]Create New Repo</a:t>
            </a:r>
            <a:endParaRPr b="1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 title="GITHUB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575" y="1110724"/>
            <a:ext cx="7919351" cy="412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/>
        </p:nvSpPr>
        <p:spPr>
          <a:xfrm>
            <a:off x="302250" y="338725"/>
            <a:ext cx="80757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5]</a:t>
            </a:r>
            <a:endParaRPr b="1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-GIVE REPO NAME</a:t>
            </a:r>
            <a:endParaRPr b="1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-MAKE IT PUBLIC AND MAKE README ON</a:t>
            </a:r>
            <a:endParaRPr b="1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6164900" y="3825050"/>
            <a:ext cx="1219425" cy="625350"/>
          </a:xfrm>
          <a:prstGeom prst="flowChartProcess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89">
                <a:latin typeface="EB Garamond"/>
                <a:ea typeface="EB Garamond"/>
                <a:cs typeface="EB Garamond"/>
                <a:sym typeface="EB Garamond"/>
              </a:rPr>
              <a:t>Creating Portfolio Website </a:t>
            </a:r>
            <a:endParaRPr b="1" sz="2889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Tools Used:-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1]VS CODE 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2]CHATGPT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3]GITHUB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Language Used:-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1]HTML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2]CSS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3]JAVASCRIPT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139950" y="101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HTML :-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9">
                <a:latin typeface="EB Garamond"/>
                <a:ea typeface="EB Garamond"/>
                <a:cs typeface="EB Garamond"/>
                <a:sym typeface="EB Garamond"/>
              </a:rPr>
              <a:t>1]index.html(Home page)</a:t>
            </a:r>
            <a:endParaRPr sz="1689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179799"/>
            <a:ext cx="8280002" cy="375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489">
                <a:latin typeface="EB Garamond"/>
                <a:ea typeface="EB Garamond"/>
                <a:cs typeface="EB Garamond"/>
                <a:sym typeface="EB Garamond"/>
              </a:rPr>
              <a:t>2]About Section:-</a:t>
            </a:r>
            <a:endParaRPr b="1" sz="1489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000" y="902651"/>
            <a:ext cx="7905224" cy="406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489">
                <a:latin typeface="EB Garamond"/>
                <a:ea typeface="EB Garamond"/>
                <a:cs typeface="EB Garamond"/>
                <a:sym typeface="EB Garamond"/>
              </a:rPr>
              <a:t>3]Project Section:-</a:t>
            </a:r>
            <a:endParaRPr b="1" sz="1489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43" name="Google Shape;1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588" y="918550"/>
            <a:ext cx="7680823" cy="36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7"/>
          <p:cNvSpPr txBox="1"/>
          <p:nvPr/>
        </p:nvSpPr>
        <p:spPr>
          <a:xfrm>
            <a:off x="707875" y="4569925"/>
            <a:ext cx="70110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This Section Include Week Section and Days section in it.</a:t>
            </a:r>
            <a:endParaRPr b="1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489">
                <a:latin typeface="EB Garamond"/>
                <a:ea typeface="EB Garamond"/>
                <a:cs typeface="EB Garamond"/>
                <a:sym typeface="EB Garamond"/>
              </a:rPr>
              <a:t>5]Gallery Section</a:t>
            </a:r>
            <a:endParaRPr b="1" sz="1489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050" y="837587"/>
            <a:ext cx="6718399" cy="3468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8"/>
          <p:cNvSpPr txBox="1"/>
          <p:nvPr/>
        </p:nvSpPr>
        <p:spPr>
          <a:xfrm>
            <a:off x="626600" y="4305900"/>
            <a:ext cx="775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This Section Include Photos and Videos of Activities performed during Internship</a:t>
            </a:r>
            <a:endParaRPr b="1" sz="1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489">
                <a:latin typeface="EB Garamond"/>
                <a:ea typeface="EB Garamond"/>
                <a:cs typeface="EB Garamond"/>
                <a:sym typeface="EB Garamond"/>
              </a:rPr>
              <a:t>5]Contact Section</a:t>
            </a:r>
            <a:endParaRPr b="1" sz="1489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425" y="1017727"/>
            <a:ext cx="8520599" cy="362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0" y="117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11">
                <a:latin typeface="EB Garamond"/>
                <a:ea typeface="EB Garamond"/>
                <a:cs typeface="EB Garamond"/>
                <a:sym typeface="EB Garamond"/>
              </a:rPr>
              <a:t>GITHUB PUSH</a:t>
            </a:r>
            <a:endParaRPr b="1" sz="281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3" name="Google Shape;163;p30"/>
          <p:cNvSpPr txBox="1"/>
          <p:nvPr>
            <p:ph idx="1" type="body"/>
          </p:nvPr>
        </p:nvSpPr>
        <p:spPr>
          <a:xfrm>
            <a:off x="311700" y="570600"/>
            <a:ext cx="8520600" cy="4533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/>
              <a:t>1]Initialize git in project</a:t>
            </a:r>
            <a:endParaRPr b="1" sz="9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/>
              <a:t>-git init</a:t>
            </a:r>
            <a:endParaRPr b="1" sz="9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/>
              <a:t>2]Check status</a:t>
            </a:r>
            <a:endParaRPr b="1" sz="9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/>
              <a:t>-git status</a:t>
            </a:r>
            <a:endParaRPr b="1" sz="9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/>
              <a:t>3]Add all files</a:t>
            </a:r>
            <a:endParaRPr b="1" sz="9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/>
              <a:t>-git add .</a:t>
            </a:r>
            <a:endParaRPr b="1" sz="9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/>
              <a:t>3]Commit changes</a:t>
            </a:r>
            <a:endParaRPr b="1" sz="9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/>
              <a:t>-git commit -m "your commit message"</a:t>
            </a:r>
            <a:endParaRPr b="1" sz="9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/>
              <a:t>4]Connect GitHub repository</a:t>
            </a:r>
            <a:endParaRPr b="1" sz="9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/>
              <a:t>-git remote add origin https://github.com/USERNAME/REPOSITORY.git</a:t>
            </a:r>
            <a:endParaRPr b="1" sz="9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/>
              <a:t>5]Push code first time</a:t>
            </a:r>
            <a:endParaRPr b="1" sz="9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/>
              <a:t>-git push -u origin main</a:t>
            </a:r>
            <a:endParaRPr b="1" sz="9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/>
              <a:t>6] Push updates later</a:t>
            </a:r>
            <a:endParaRPr b="1" sz="9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/>
              <a:t>-git push</a:t>
            </a:r>
            <a:endParaRPr b="1" sz="95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9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CONCLUSION:-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B Garamond"/>
                <a:ea typeface="EB Garamond"/>
                <a:cs typeface="EB Garamond"/>
                <a:sym typeface="EB Garamond"/>
              </a:rPr>
              <a:t>1]COMPLETE INSTALLATION OF VSCODE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EB Garamond"/>
                <a:ea typeface="EB Garamond"/>
                <a:cs typeface="EB Garamond"/>
                <a:sym typeface="EB Garamond"/>
              </a:rPr>
              <a:t>2]COMPLETE INSTALLATION OF </a:t>
            </a:r>
            <a:r>
              <a:rPr lang="en" sz="1600">
                <a:latin typeface="EB Garamond"/>
                <a:ea typeface="EB Garamond"/>
                <a:cs typeface="EB Garamond"/>
                <a:sym typeface="EB Garamond"/>
              </a:rPr>
              <a:t>GITHUB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EB Garamond"/>
                <a:ea typeface="EB Garamond"/>
                <a:cs typeface="EB Garamond"/>
                <a:sym typeface="EB Garamond"/>
              </a:rPr>
              <a:t>3]CREATING PORTFOLIO WEBSITE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latin typeface="EB Garamond"/>
                <a:ea typeface="EB Garamond"/>
                <a:cs typeface="EB Garamond"/>
                <a:sym typeface="EB Garamond"/>
              </a:rPr>
              <a:t>4]PUSHING AND MAKING WEBSITE LIVE ON GITHUB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